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69" d="100"/>
          <a:sy n="69" d="100"/>
        </p:scale>
        <p:origin x="4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427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96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77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02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42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983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45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63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02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56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99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0BEB4-CF13-426C-92D4-F88080E9026C}" type="datetimeFigureOut">
              <a:rPr lang="zh-TW" altLang="en-US" smtClean="0"/>
              <a:t>2019/2/15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84D49-5D07-46E7-8FE8-A59BB19346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57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食物版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關鍵字偵測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916075"/>
            <a:ext cx="9144000" cy="1655762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謝佳穎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283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46652"/>
            <a:ext cx="10515600" cy="807893"/>
          </a:xfrm>
        </p:spPr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745837" y="1456170"/>
            <a:ext cx="10515600" cy="4351338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程式設計目標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資料背景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程式設計內容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</a:p>
        </p:txBody>
      </p:sp>
    </p:spTree>
    <p:extLst>
      <p:ext uri="{BB962C8B-B14F-4D97-AF65-F5344CB8AC3E}">
        <p14:creationId xmlns:p14="http://schemas.microsoft.com/office/powerpoint/2010/main" val="324228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7363" y="115743"/>
            <a:ext cx="10515600" cy="1325563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程式設計目標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594715"/>
            <a:ext cx="11353801" cy="4787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輸入關鍵字 → 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ptt_food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中一共出現了多少次？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ptt_food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中一共得到多少好評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「好吃」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「讚」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ptt_food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食物版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中的網路聲量總分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正面聲量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負面聲量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輸入「一蘭拉麵」 →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「一蘭拉麵」一共出現幾次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統計「一蘭拉麵」出現過的所有文章，總共有幾個「好吃」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「讚」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0" indent="0">
              <a:buNone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統計「一蘭拉麵」出現過的所有文章，計算其網路聲量總分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73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0324"/>
            <a:ext cx="10515600" cy="1325563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資料背景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142133"/>
            <a:ext cx="10515600" cy="4351338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ptt_food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版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1/1-1/31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標題、內文、正面聲量、負面聲量 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32458"/>
            <a:ext cx="6624782" cy="439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1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程式設計內容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5837" y="152400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讀入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(.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.text)</a:t>
            </a:r>
          </a:p>
          <a:p>
            <a:pPr marL="514350" indent="-514350">
              <a:buFont typeface="+mj-lt"/>
              <a:buAutoNum type="arabicPeriod"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79744"/>
            <a:ext cx="9448800" cy="10477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62103"/>
            <a:ext cx="72104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9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517236"/>
            <a:ext cx="10515600" cy="564125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資料初步整理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26295" b="380"/>
          <a:stretch/>
        </p:blipFill>
        <p:spPr>
          <a:xfrm>
            <a:off x="5684403" y="3406189"/>
            <a:ext cx="4610100" cy="283556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r="1486" b="61895"/>
          <a:stretch/>
        </p:blipFill>
        <p:spPr>
          <a:xfrm>
            <a:off x="517236" y="1115290"/>
            <a:ext cx="10566399" cy="204111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b="70361"/>
          <a:stretch/>
        </p:blipFill>
        <p:spPr>
          <a:xfrm>
            <a:off x="683491" y="3677795"/>
            <a:ext cx="4610100" cy="114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5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751" y="1151515"/>
            <a:ext cx="3781060" cy="166211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51" y="2945679"/>
            <a:ext cx="3930326" cy="180181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998" y="1118176"/>
            <a:ext cx="4114800" cy="16954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998" y="3090141"/>
            <a:ext cx="4238625" cy="16573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848" y="5662107"/>
            <a:ext cx="4933950" cy="800100"/>
          </a:xfrm>
          <a:prstGeom prst="rect">
            <a:avLst/>
          </a:prstGeom>
        </p:spPr>
      </p:pic>
      <p:sp>
        <p:nvSpPr>
          <p:cNvPr id="9" name="內容版面配置區 2"/>
          <p:cNvSpPr txBox="1">
            <a:spLocks/>
          </p:cNvSpPr>
          <p:nvPr/>
        </p:nvSpPr>
        <p:spPr>
          <a:xfrm>
            <a:off x="422564" y="249381"/>
            <a:ext cx="10515600" cy="5641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原資料檔有四個欄位 → 分別儲存成四個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95927" y="5791855"/>
            <a:ext cx="327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→最後再組成二維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list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580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40145"/>
            <a:ext cx="10515600" cy="1440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程式設計內容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AutoNum type="arabicParenBoth"/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計算關鍵字數量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標題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內文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1340426"/>
            <a:ext cx="5039591" cy="137076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t="2799"/>
          <a:stretch/>
        </p:blipFill>
        <p:spPr>
          <a:xfrm>
            <a:off x="945716" y="3565236"/>
            <a:ext cx="6162675" cy="2971944"/>
          </a:xfrm>
          <a:prstGeom prst="rect">
            <a:avLst/>
          </a:prstGeom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838200" y="3043700"/>
            <a:ext cx="10515600" cy="678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計算與關鍵字相關之好評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「好吃」、「讚」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844" y="304511"/>
            <a:ext cx="14382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2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5582" y="731259"/>
            <a:ext cx="10515600" cy="65895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計算有關鍵字在內的文章，其網路聲量加總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73" y="1390216"/>
            <a:ext cx="9558427" cy="1914093"/>
          </a:xfrm>
          <a:prstGeom prst="rect">
            <a:avLst/>
          </a:prstGeom>
        </p:spPr>
      </p:pic>
      <p:sp>
        <p:nvSpPr>
          <p:cNvPr id="7" name="內容版面配置區 2"/>
          <p:cNvSpPr txBox="1">
            <a:spLocks/>
          </p:cNvSpPr>
          <p:nvPr/>
        </p:nvSpPr>
        <p:spPr>
          <a:xfrm>
            <a:off x="325582" y="3678525"/>
            <a:ext cx="10515600" cy="65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 → 輸出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t="13622"/>
          <a:stretch/>
        </p:blipFill>
        <p:spPr>
          <a:xfrm>
            <a:off x="514638" y="4470400"/>
            <a:ext cx="9682308" cy="188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6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測試結果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415473" cy="529648"/>
          </a:xfrm>
        </p:spPr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地區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21034" r="64857"/>
          <a:stretch/>
        </p:blipFill>
        <p:spPr>
          <a:xfrm>
            <a:off x="270885" y="2490210"/>
            <a:ext cx="4836603" cy="172719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85" y="4352346"/>
            <a:ext cx="4802823" cy="165691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26" y="562885"/>
            <a:ext cx="4493492" cy="152756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726" y="2804246"/>
            <a:ext cx="4493492" cy="165492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2328" y="4728729"/>
            <a:ext cx="4337617" cy="15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3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>
          <a:xfrm>
            <a:off x="524164" y="504825"/>
            <a:ext cx="2413000" cy="529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食物品牌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1190912"/>
            <a:ext cx="4567238" cy="16446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62" y="2992001"/>
            <a:ext cx="4444766" cy="1551475"/>
          </a:xfrm>
          <a:prstGeom prst="rect">
            <a:avLst/>
          </a:prstGeom>
        </p:spPr>
      </p:pic>
      <p:sp>
        <p:nvSpPr>
          <p:cNvPr id="7" name="內容版面配置區 2"/>
          <p:cNvSpPr txBox="1">
            <a:spLocks/>
          </p:cNvSpPr>
          <p:nvPr/>
        </p:nvSpPr>
        <p:spPr>
          <a:xfrm>
            <a:off x="7142018" y="504825"/>
            <a:ext cx="2413000" cy="529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食物種類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604" y="1190912"/>
            <a:ext cx="4562406" cy="160770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604" y="2955056"/>
            <a:ext cx="4228336" cy="152428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604" y="4875645"/>
            <a:ext cx="4138855" cy="1515918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163" y="4857173"/>
            <a:ext cx="4395072" cy="151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97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274</Words>
  <Application>Microsoft Office PowerPoint</Application>
  <PresentationFormat>寬螢幕</PresentationFormat>
  <Paragraphs>34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新細明體</vt:lpstr>
      <vt:lpstr>Arial</vt:lpstr>
      <vt:lpstr>Calibri</vt:lpstr>
      <vt:lpstr>Calibri Light</vt:lpstr>
      <vt:lpstr>Office 佈景主題</vt:lpstr>
      <vt:lpstr>Ptt食物版 + 關鍵字偵測</vt:lpstr>
      <vt:lpstr>Outline</vt:lpstr>
      <vt:lpstr>(一) 程式設計目標 </vt:lpstr>
      <vt:lpstr>(二) 資料背景</vt:lpstr>
      <vt:lpstr>(三) 程式設計內容</vt:lpstr>
      <vt:lpstr>PowerPoint 簡報</vt:lpstr>
      <vt:lpstr>PowerPoint 簡報</vt:lpstr>
      <vt:lpstr>PowerPoint 簡報</vt:lpstr>
      <vt:lpstr>PowerPoint 簡報</vt:lpstr>
      <vt:lpstr>(四)測試結果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佳穎 謝</dc:creator>
  <cp:lastModifiedBy>佳穎 謝</cp:lastModifiedBy>
  <cp:revision>8</cp:revision>
  <dcterms:created xsi:type="dcterms:W3CDTF">2019-02-15T02:28:23Z</dcterms:created>
  <dcterms:modified xsi:type="dcterms:W3CDTF">2019-02-15T05:10:36Z</dcterms:modified>
</cp:coreProperties>
</file>